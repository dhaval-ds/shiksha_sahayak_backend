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Artificial Intelligence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core concepts of 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Shiksha Sahayak · AI-Powered Education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370332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9552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simulates human intelligence in machines.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think and learn like humans.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enables smart system development.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Shiksha Sahayak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of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370332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9552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Systems learn from data.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Processing: Understands human language.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Vision: Machines 'see' and interpret images.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Shiksha Sahayak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AI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65760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Powers recommendation engines, fraud detection.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 Used in chatbots, language translation.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Enables facial recognition, autonomous vehicles.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Shiksha Sahayak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Conclusion: Impact of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3703320"/>
          </a:xfrm>
          <a:prstGeom prst="rect">
            <a:avLst/>
          </a:prstGeom>
          <a:solidFill>
            <a:srgbClr val="EEF6FB"/>
          </a:solidFill>
          <a:ln w="12700">
            <a:solidFill>
              <a:srgbClr val="D0E8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9552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automates repetitive tasks efficiently.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decision-making with data insights.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innovation across various industries.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how we live and work.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Shiksha Sahayak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Shiksha Sahayak Presentation</dc:title>
  <dc:subject>PptxGenJS Presentation</dc:subject>
  <dc:creator>Shiksha Sahayak AI</dc:creator>
  <cp:lastModifiedBy>Shiksha Sahayak AI</cp:lastModifiedBy>
  <cp:revision>1</cp:revision>
  <dcterms:created xsi:type="dcterms:W3CDTF">2026-04-03T17:05:49Z</dcterms:created>
  <dcterms:modified xsi:type="dcterms:W3CDTF">2026-04-03T17:05:49Z</dcterms:modified>
</cp:coreProperties>
</file>